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SPRINT 9   ·   28.08.2026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>
                <a:solidFill>
                  <a:srgbClr val="1A1A1A"/>
                </a:solidFill>
                <a:latin typeface="Calibri Light"/>
              </a:rPr>
              <a:t>BLADE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7A7A7A"/>
                </a:solidFill>
                <a:latin typeface="Calibri Light"/>
              </a:rPr>
              <a:t>Review feedback received, triaged and assigned.</a:t>
            </a:r>
          </a:p>
          <a:p>
            <a:pPr algn="l"/>
            <a:r>
              <a:rPr sz="1800" b="0">
                <a:solidFill>
                  <a:srgbClr val="7A7A7A"/>
                </a:solidFill>
                <a:latin typeface="Calibri Light"/>
              </a:rPr>
              <a:t>Fixes in progress across the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1A1A1A"/>
                </a:solidFill>
                <a:latin typeface="Calibri"/>
              </a:rPr>
              <a:t>GROUP 4 — WinDECEE   ·   DE-PROJECT SS 2026   ·   OvGU MAGDEBURG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SINCE LAST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0">
                <a:solidFill>
                  <a:srgbClr val="1A1A1A"/>
                </a:solidFill>
                <a:latin typeface="Calibri Light"/>
              </a:rPr>
              <a:t>Feedback in, work underway.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40280"/>
            <a:ext cx="2651760" cy="141732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1A1A1A"/>
                </a:solidFill>
                <a:latin typeface="Calibri Ligh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review points received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2240280"/>
            <a:ext cx="2651760" cy="141732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46888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1A1A1A"/>
                </a:solidFill>
                <a:latin typeface="Calibri Light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154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owners assigned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240280"/>
            <a:ext cx="2651760" cy="141732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46888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1A1A1A"/>
                </a:solidFill>
                <a:latin typeface="Calibri Light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154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  <a:latin typeface="Calibri"/>
              </a:rPr>
              <a:t>still unassigned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Subtitles with Next / Back already prototyped on Stage 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7316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A7A7A"/>
                </a:solidFill>
                <a:latin typeface="Calibri"/>
              </a:rPr>
              <a:t>2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7731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7A7A7A"/>
                </a:solidFill>
                <a:latin typeface="Calibri"/>
              </a:rPr>
              <a:t>BLADE LOOP   ·   SPRINT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ASSIGNED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0">
                <a:solidFill>
                  <a:srgbClr val="1A1A1A"/>
                </a:solidFill>
                <a:latin typeface="Calibri Light"/>
              </a:rPr>
              <a:t>Who is fixing what.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4023360" cy="155448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ANIRBAN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29967"/>
            <a:ext cx="3657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Voice not resuming after pause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Crane: show white waste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Truck continuity between scenes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Funnel → building + gate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Yellow pole through belt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Headings hidden at 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554480"/>
            <a:ext cx="4023360" cy="155448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4607" y="17190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AKSHAT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7" y="2029967"/>
            <a:ext cx="3657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Kiln: rotation sticks, parts unclickable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Kiln: back face not transparent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Kiln → cylinder crossing borders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Stage 4 polishing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4023360" cy="155448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410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RITWIKA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21608"/>
            <a:ext cx="3657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Subtitles + Next / Back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Plant Explorer linkage (see next)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Spelling and spacing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End scene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246120"/>
            <a:ext cx="4023360" cy="155448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7" y="3410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SHARAN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7" y="3721608"/>
            <a:ext cx="3657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Plant Explorer: info panel overflow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Hidden labels behind info buttons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·  Dashboard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7316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A7A7A"/>
                </a:solidFill>
                <a:latin typeface="Calibri"/>
              </a:rPr>
              <a:t>3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731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7A7A7A"/>
                </a:solidFill>
                <a:latin typeface="Calibri"/>
              </a:rPr>
              <a:t>BLADE LOOP   ·   SPRINT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OPEN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0">
                <a:solidFill>
                  <a:srgbClr val="1A1A1A"/>
                </a:solidFill>
                <a:latin typeface="Calibri Light"/>
              </a:rPr>
              <a:t>Plant Explorer and the tour.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7A7A7A"/>
                </a:solidFill>
                <a:latin typeface="Calibri"/>
              </a:rPr>
              <a:t>Feedback: it is unclear what the parameters change in the animation.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4023360" cy="169164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7744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OPTION A   ·  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97480"/>
            <a:ext cx="3657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Parameters visibly drive the 3D scenes —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flame, flow rates, output piles respond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 the sliders.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Stronger, more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194560"/>
            <a:ext cx="4023360" cy="169164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4608" y="237744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OPTION B   ·   SEPARATE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2697480"/>
            <a:ext cx="3657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Present them as two distinct tools and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remove the implied link.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Honest, cheap, less ambitious.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Our question to you: which is the better use of the remaining time?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7316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A7A7A"/>
                </a:solidFill>
                <a:latin typeface="Calibri"/>
              </a:rPr>
              <a:t>4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7731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7A7A7A"/>
                </a:solidFill>
                <a:latin typeface="Calibri"/>
              </a:rPr>
              <a:t>BLADE LOOP   ·   SPRINT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spc="500" kern="0">
                <a:solidFill>
                  <a:srgbClr val="7A7A7A"/>
                </a:solidFill>
                <a:latin typeface="Calibr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>
                <a:solidFill>
                  <a:srgbClr val="1A1A1A"/>
                </a:solidFill>
                <a:latin typeface="Calibri Light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300" kern="0">
                <a:solidFill>
                  <a:srgbClr val="7A7A7A"/>
                </a:solidFill>
                <a:latin typeface="Calibri"/>
              </a:rPr>
              <a:t>GROUP 4 — WinDECEE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7A7A7A"/>
                </a:solidFill>
                <a:latin typeface="Calibri"/>
              </a:rPr>
              <a:t>Ritwika  ·  Anirban  ·  Akshat  ·  Sharan  ·  Anjani  ·  Hari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