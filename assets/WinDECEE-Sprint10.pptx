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404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   ·   11.09.2026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2857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BLADELOOP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2803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7A7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Take the order, set the plant, see what you made.</a:t>
            </a:r>
            <a:endParaRPr lang="en-US" sz="1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7A7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plant now runs end to end.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4754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— WinDECEE   ·   DE-PROJECT SS 2026   ·   OvGU MAGDEBURG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404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7739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Until now, the process.</a:t>
            </a:r>
            <a:endParaRPr lang="en-US" sz="3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Today, the plant it runs.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43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7A7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Nine sprints explaining how a blade becomes fibre, oil, gas and char.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976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 — 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2512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1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inside the kiln</a:t>
            </a:r>
            <a:endParaRPr lang="en-US" sz="11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Chemistry, geometry, timing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864608" y="29768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32512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the plant, and why</a:t>
            </a:r>
            <a:endParaRPr lang="en-US" sz="11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order, planned end to end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579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BladeLoop is not a diagram of pyrolysis. It is the tool someone uses to decide how to run it.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929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929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BLADELOOP  ·  SPRINT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404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SCENE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773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 I am a production planner.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449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7A7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order has just come in. This is how I would plan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3672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7A7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35608" y="243128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ORDER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26690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buyer, a grade, a tonnage.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97992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7A7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304393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PLANT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3281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retention, feed rate, particle size.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54685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7A7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361086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I MADE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38486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fill the order — and what did it cost me?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3357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correct setting: filling the order quickly and sparing blade material pull against each other.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929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929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BLADELOOP  ·  SPRINT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404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11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Demo.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29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929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BLADELOOP  ·  SPRINT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404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LEFT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587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things.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6035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7A7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27223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Minor bug fixes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807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7A7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349961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report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929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929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BLADELOOP  ·  SPRINT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404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11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3807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— WinDECEE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98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Ritwika  ·  Anirban  ·  Akshat  ·  Sharan  ·  Anjani  ·  Hari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2026-09-10T21:16:33Z</dcterms:created>
  <dcterms:modified xsi:type="dcterms:W3CDTF">2026-09-10T21:16:33Z</dcterms:modified>
</cp:coreProperties>
</file>