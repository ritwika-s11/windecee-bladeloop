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SPRINT 5   ·   03.07.2026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0" b="0">
                <a:solidFill>
                  <a:srgbClr val="1A1A1A"/>
                </a:solidFill>
                <a:latin typeface="Calibri Light"/>
              </a:rPr>
              <a:t>BLADE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7A7A7A"/>
                </a:solidFill>
                <a:latin typeface="Calibri Light"/>
              </a:rPr>
              <a:t>The plant runs end-to-end in Unity — five stages</a:t>
            </a:r>
          </a:p>
          <a:p>
            <a:r>
              <a:rPr sz="1800" b="0">
                <a:solidFill>
                  <a:srgbClr val="7A7A7A"/>
                </a:solidFill>
                <a:latin typeface="Calibri Light"/>
              </a:rPr>
              <a:t>chained into one guided story 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1A1A1A"/>
                </a:solidFill>
                <a:latin typeface="Calibri"/>
              </a:rPr>
              <a:t>GROUP 4 — WinDECEE   ·   DE-PROJECT SS 2026   ·   OvGU MAGDEBURG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0" b="0">
                <a:solidFill>
                  <a:srgbClr val="1A1A1A"/>
                </a:solidFill>
                <a:latin typeface="Calibri Light"/>
              </a:rPr>
              <a:t>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7A7A7A"/>
                </a:solidFill>
                <a:latin typeface="Calibri"/>
              </a:rPr>
              <a:t>Full plant tour · standalone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731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>
                <a:solidFill>
                  <a:srgbClr val="7A7A7A"/>
                </a:solidFill>
                <a:latin typeface="Calibri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7A7A7A"/>
                </a:solidFill>
                <a:latin typeface="Calibri"/>
              </a:rPr>
              <a:t>BLADE LOOP   ·   SPRINT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800" b="0">
                <a:solidFill>
                  <a:srgbClr val="1A1A1A"/>
                </a:solidFill>
                <a:latin typeface="Calibri Light"/>
              </a:rPr>
              <a:t>Where we stand.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21031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·  Timing &amp; spacing issues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·  Stages not all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   attached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828800"/>
            <a:ext cx="2651760" cy="21031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2316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·  Discharge hood scene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·  Gas separation scene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651760" cy="2103120"/>
          </a:xfrm>
          <a:prstGeom prst="rect">
            <a:avLst/>
          </a:prstGeom>
          <a:solidFill>
            <a:srgbClr val="F6F4EE"/>
          </a:solidFill>
          <a:ln w="6350">
            <a:solidFill>
              <a:srgbClr val="D6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500" kern="0">
                <a:solidFill>
                  <a:srgbClr val="7A7A7A"/>
                </a:solidFill>
                <a:latin typeface="Calibri"/>
              </a:rPr>
              <a:t>INCOMING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2286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Calibri"/>
              </a:rPr>
              <a:t>·  Dashboard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·  Pause / Play / Rewind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·  Subtitles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31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0">
                <a:solidFill>
                  <a:srgbClr val="7A7A7A"/>
                </a:solidFill>
                <a:latin typeface="Calibri"/>
              </a:rPr>
              <a:t>3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7A7A7A"/>
                </a:solidFill>
                <a:latin typeface="Calibri"/>
              </a:rPr>
              <a:t>BLADE LOOP   ·   SPRINT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